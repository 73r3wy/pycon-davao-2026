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Inter"/>
      <p:bold r:id="rId14"/>
      <p:boldItalic r:id="rId15"/>
    </p:embeddedFont>
    <p:embeddedFont>
      <p:font typeface="Sora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Inter-boldItalic.fntdata"/><Relationship Id="rId14" Type="http://schemas.openxmlformats.org/officeDocument/2006/relationships/font" Target="fonts/Inter-bold.fntdata"/><Relationship Id="rId16" Type="http://schemas.openxmlformats.org/officeDocument/2006/relationships/font" Target="fonts/Sora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28c526e5c0a7d4fe_0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h28c526e5c0a7d4fe_0_0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28c526e5c0a7d4fe_0_45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h28c526e5c0a7d4fe_0_45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h28c526e5c0a7d4fe_0_79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h28c526e5c0a7d4fe_0_79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h28c526e5c0a7d4fe_0_91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h28c526e5c0a7d4fe_0_91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28c526e5c0a7d4fe_3_20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7" name="Google Shape;157;h28c526e5c0a7d4fe_3_20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8" name="Google Shape;158;h28c526e5c0a7d4fe_3_20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h28c526e5c0a7d4fe_3_20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60" name="Google Shape;160;h28c526e5c0a7d4fe_3_20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1" name="Google Shape;161;h28c526e5c0a7d4fe_3_20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h28c526e5c0a7d4fe_3_22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h28c526e5c0a7d4fe_3_228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h28c526e5c0a7d4fe_3_24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h28c526e5c0a7d4fe_3_24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4.png"/><Relationship Id="rId4" Type="http://schemas.openxmlformats.org/officeDocument/2006/relationships/image" Target="../media/image2.jp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1.png"/><Relationship Id="rId4" Type="http://schemas.openxmlformats.org/officeDocument/2006/relationships/image" Target="../media/image14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20.png"/><Relationship Id="rId22" Type="http://schemas.openxmlformats.org/officeDocument/2006/relationships/image" Target="../media/image24.png"/><Relationship Id="rId21" Type="http://schemas.openxmlformats.org/officeDocument/2006/relationships/image" Target="../media/image18.png"/><Relationship Id="rId24" Type="http://schemas.openxmlformats.org/officeDocument/2006/relationships/image" Target="../media/image21.png"/><Relationship Id="rId23" Type="http://schemas.openxmlformats.org/officeDocument/2006/relationships/image" Target="../media/image32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Relationship Id="rId26" Type="http://schemas.openxmlformats.org/officeDocument/2006/relationships/image" Target="../media/image38.png"/><Relationship Id="rId25" Type="http://schemas.openxmlformats.org/officeDocument/2006/relationships/image" Target="../media/image27.png"/><Relationship Id="rId28" Type="http://schemas.openxmlformats.org/officeDocument/2006/relationships/image" Target="../media/image33.png"/><Relationship Id="rId27" Type="http://schemas.openxmlformats.org/officeDocument/2006/relationships/image" Target="../media/image26.png"/><Relationship Id="rId5" Type="http://schemas.openxmlformats.org/officeDocument/2006/relationships/image" Target="../media/image5.png"/><Relationship Id="rId6" Type="http://schemas.openxmlformats.org/officeDocument/2006/relationships/image" Target="../media/image15.png"/><Relationship Id="rId29" Type="http://schemas.openxmlformats.org/officeDocument/2006/relationships/image" Target="../media/image36.png"/><Relationship Id="rId7" Type="http://schemas.openxmlformats.org/officeDocument/2006/relationships/image" Target="../media/image12.png"/><Relationship Id="rId8" Type="http://schemas.openxmlformats.org/officeDocument/2006/relationships/image" Target="../media/image3.png"/><Relationship Id="rId31" Type="http://schemas.openxmlformats.org/officeDocument/2006/relationships/image" Target="../media/image31.png"/><Relationship Id="rId30" Type="http://schemas.openxmlformats.org/officeDocument/2006/relationships/image" Target="../media/image29.png"/><Relationship Id="rId11" Type="http://schemas.openxmlformats.org/officeDocument/2006/relationships/image" Target="../media/image9.png"/><Relationship Id="rId33" Type="http://schemas.openxmlformats.org/officeDocument/2006/relationships/image" Target="../media/image39.png"/><Relationship Id="rId10" Type="http://schemas.openxmlformats.org/officeDocument/2006/relationships/image" Target="../media/image4.png"/><Relationship Id="rId32" Type="http://schemas.openxmlformats.org/officeDocument/2006/relationships/image" Target="../media/image42.png"/><Relationship Id="rId13" Type="http://schemas.openxmlformats.org/officeDocument/2006/relationships/image" Target="../media/image28.png"/><Relationship Id="rId12" Type="http://schemas.openxmlformats.org/officeDocument/2006/relationships/image" Target="../media/image22.png"/><Relationship Id="rId34" Type="http://schemas.openxmlformats.org/officeDocument/2006/relationships/image" Target="../media/image30.png"/><Relationship Id="rId15" Type="http://schemas.openxmlformats.org/officeDocument/2006/relationships/image" Target="../media/image7.png"/><Relationship Id="rId14" Type="http://schemas.openxmlformats.org/officeDocument/2006/relationships/image" Target="../media/image11.png"/><Relationship Id="rId17" Type="http://schemas.openxmlformats.org/officeDocument/2006/relationships/image" Target="../media/image25.png"/><Relationship Id="rId16" Type="http://schemas.openxmlformats.org/officeDocument/2006/relationships/image" Target="../media/image23.png"/><Relationship Id="rId19" Type="http://schemas.openxmlformats.org/officeDocument/2006/relationships/image" Target="../media/image19.png"/><Relationship Id="rId18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1579477" y="3011100"/>
            <a:ext cx="3107400" cy="292500"/>
          </a:xfrm>
          <a:prstGeom prst="rect">
            <a:avLst/>
          </a:prstGeom>
          <a:solidFill>
            <a:srgbClr val="072E47"/>
          </a:solidFill>
          <a:ln cap="flat" cmpd="sng" w="76200">
            <a:solidFill>
              <a:srgbClr val="072E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7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00" u="none" cap="none" strike="noStrike">
                <a:solidFill>
                  <a:srgbClr val="FEF9D7"/>
                </a:solidFill>
                <a:latin typeface="Inter"/>
                <a:ea typeface="Inter"/>
                <a:cs typeface="Inter"/>
                <a:sym typeface="Inter"/>
              </a:rPr>
              <a:t>BY: [INSERT NAME]</a:t>
            </a:r>
            <a:endParaRPr sz="700">
              <a:solidFill>
                <a:srgbClr val="FEF9D7"/>
              </a:solidFill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1458459" y="1062832"/>
            <a:ext cx="3657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500" u="none" cap="none" strike="noStrike">
                <a:solidFill>
                  <a:srgbClr val="17AA9F"/>
                </a:solidFill>
                <a:latin typeface="Sora"/>
                <a:ea typeface="Sora"/>
                <a:cs typeface="Sora"/>
                <a:sym typeface="Sora"/>
              </a:rPr>
              <a:t>INSERT TITLE</a:t>
            </a:r>
            <a:endParaRPr sz="700"/>
          </a:p>
        </p:txBody>
      </p:sp>
      <p:sp>
        <p:nvSpPr>
          <p:cNvPr id="131" name="Google Shape;131;p25"/>
          <p:cNvSpPr txBox="1"/>
          <p:nvPr/>
        </p:nvSpPr>
        <p:spPr>
          <a:xfrm>
            <a:off x="1579479" y="3465857"/>
            <a:ext cx="5806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72E47"/>
                </a:solidFill>
                <a:latin typeface="Inter"/>
                <a:ea typeface="Inter"/>
                <a:cs typeface="Inter"/>
                <a:sym typeface="Inter"/>
              </a:rPr>
              <a:t>Insert Position</a:t>
            </a:r>
            <a:endParaRPr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/>
        </p:nvSpPr>
        <p:spPr>
          <a:xfrm>
            <a:off x="467263" y="1302600"/>
            <a:ext cx="5568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300" u="none" cap="none" strike="noStrike">
                <a:solidFill>
                  <a:srgbClr val="17AA9F"/>
                </a:solidFill>
                <a:latin typeface="Sora"/>
                <a:ea typeface="Sora"/>
                <a:cs typeface="Sora"/>
                <a:sym typeface="Sora"/>
              </a:rPr>
              <a:t>INSERT TITLE</a:t>
            </a:r>
            <a:endParaRPr sz="700"/>
          </a:p>
        </p:txBody>
      </p:sp>
      <p:sp>
        <p:nvSpPr>
          <p:cNvPr id="137" name="Google Shape;137;p26"/>
          <p:cNvSpPr txBox="1"/>
          <p:nvPr/>
        </p:nvSpPr>
        <p:spPr>
          <a:xfrm>
            <a:off x="473462" y="1775670"/>
            <a:ext cx="224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FFA408"/>
                </a:solidFill>
                <a:latin typeface="Sora"/>
                <a:ea typeface="Sora"/>
                <a:cs typeface="Sora"/>
                <a:sym typeface="Sora"/>
              </a:rPr>
              <a:t>INSERT SUBTITLE</a:t>
            </a:r>
            <a:endParaRPr sz="700"/>
          </a:p>
        </p:txBody>
      </p:sp>
      <p:sp>
        <p:nvSpPr>
          <p:cNvPr id="138" name="Google Shape;138;p26"/>
          <p:cNvSpPr txBox="1"/>
          <p:nvPr/>
        </p:nvSpPr>
        <p:spPr>
          <a:xfrm>
            <a:off x="493924" y="2215396"/>
            <a:ext cx="40959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27000" lvl="1" marL="2540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8D91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F8D91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 magna aliqua. </a:t>
            </a:r>
            <a:endParaRPr sz="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/>
        </p:nvSpPr>
        <p:spPr>
          <a:xfrm>
            <a:off x="4390946" y="1642075"/>
            <a:ext cx="3975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300" u="none" cap="none" strike="noStrike">
                <a:solidFill>
                  <a:srgbClr val="17AA9F"/>
                </a:solidFill>
                <a:latin typeface="Sora"/>
                <a:ea typeface="Sora"/>
                <a:cs typeface="Sora"/>
                <a:sym typeface="Sora"/>
              </a:rPr>
              <a:t>INSERT TITLE</a:t>
            </a:r>
            <a:endParaRPr sz="700"/>
          </a:p>
        </p:txBody>
      </p:sp>
      <p:sp>
        <p:nvSpPr>
          <p:cNvPr id="144" name="Google Shape;144;p27"/>
          <p:cNvSpPr txBox="1"/>
          <p:nvPr/>
        </p:nvSpPr>
        <p:spPr>
          <a:xfrm>
            <a:off x="6664621" y="2159189"/>
            <a:ext cx="169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FFA408"/>
                </a:solidFill>
                <a:latin typeface="Sora"/>
                <a:ea typeface="Sora"/>
                <a:cs typeface="Sora"/>
                <a:sym typeface="Sora"/>
              </a:rPr>
              <a:t>INSERT TITLE</a:t>
            </a:r>
            <a:endParaRPr sz="700"/>
          </a:p>
        </p:txBody>
      </p:sp>
      <p:sp>
        <p:nvSpPr>
          <p:cNvPr id="145" name="Google Shape;145;p27"/>
          <p:cNvSpPr txBox="1"/>
          <p:nvPr/>
        </p:nvSpPr>
        <p:spPr>
          <a:xfrm>
            <a:off x="4845126" y="2630425"/>
            <a:ext cx="35214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F8D91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 magna aliqua. </a:t>
            </a:r>
            <a:endParaRPr sz="700"/>
          </a:p>
        </p:txBody>
      </p:sp>
      <p:sp>
        <p:nvSpPr>
          <p:cNvPr id="146" name="Google Shape;146;p27"/>
          <p:cNvSpPr/>
          <p:nvPr/>
        </p:nvSpPr>
        <p:spPr>
          <a:xfrm>
            <a:off x="877537" y="1233636"/>
            <a:ext cx="3398136" cy="2528323"/>
          </a:xfrm>
          <a:custGeom>
            <a:rect b="b" l="l" r="r" t="t"/>
            <a:pathLst>
              <a:path extrusionOk="0" h="856333" w="1150935">
                <a:moveTo>
                  <a:pt x="26195" y="0"/>
                </a:moveTo>
                <a:lnTo>
                  <a:pt x="1124741" y="0"/>
                </a:lnTo>
                <a:cubicBezTo>
                  <a:pt x="1139208" y="0"/>
                  <a:pt x="1150935" y="11728"/>
                  <a:pt x="1150935" y="26195"/>
                </a:cubicBezTo>
                <a:lnTo>
                  <a:pt x="1150935" y="830138"/>
                </a:lnTo>
                <a:cubicBezTo>
                  <a:pt x="1150935" y="844605"/>
                  <a:pt x="1139208" y="856333"/>
                  <a:pt x="1124741" y="856333"/>
                </a:cubicBezTo>
                <a:lnTo>
                  <a:pt x="26195" y="856333"/>
                </a:lnTo>
                <a:cubicBezTo>
                  <a:pt x="19247" y="856333"/>
                  <a:pt x="12585" y="853573"/>
                  <a:pt x="7672" y="848660"/>
                </a:cubicBezTo>
                <a:cubicBezTo>
                  <a:pt x="2760" y="843748"/>
                  <a:pt x="0" y="837085"/>
                  <a:pt x="0" y="830138"/>
                </a:cubicBezTo>
                <a:lnTo>
                  <a:pt x="0" y="26195"/>
                </a:lnTo>
                <a:cubicBezTo>
                  <a:pt x="0" y="11728"/>
                  <a:pt x="11728" y="0"/>
                  <a:pt x="26195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9050" r="-9050" t="0"/>
            </a:stretch>
          </a:blipFill>
          <a:ln cap="rnd" cmpd="sng" w="123825">
            <a:solidFill>
              <a:srgbClr val="0F8D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7"/>
          <p:cNvSpPr/>
          <p:nvPr/>
        </p:nvSpPr>
        <p:spPr>
          <a:xfrm rot="-904748">
            <a:off x="3929180" y="1000806"/>
            <a:ext cx="543349" cy="979006"/>
          </a:xfrm>
          <a:custGeom>
            <a:rect b="b" l="l" r="r" t="t"/>
            <a:pathLst>
              <a:path extrusionOk="0" h="1959164" w="1087336">
                <a:moveTo>
                  <a:pt x="0" y="0"/>
                </a:moveTo>
                <a:lnTo>
                  <a:pt x="1087336" y="0"/>
                </a:lnTo>
                <a:lnTo>
                  <a:pt x="1087336" y="1959164"/>
                </a:lnTo>
                <a:lnTo>
                  <a:pt x="0" y="1959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/>
        </p:nvSpPr>
        <p:spPr>
          <a:xfrm>
            <a:off x="1674404" y="2682704"/>
            <a:ext cx="5687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0F8D91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 magna aliqua. </a:t>
            </a:r>
            <a:endParaRPr sz="700"/>
          </a:p>
        </p:txBody>
      </p:sp>
      <p:sp>
        <p:nvSpPr>
          <p:cNvPr id="153" name="Google Shape;153;p28"/>
          <p:cNvSpPr txBox="1"/>
          <p:nvPr/>
        </p:nvSpPr>
        <p:spPr>
          <a:xfrm>
            <a:off x="2831925" y="1595138"/>
            <a:ext cx="3372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300" u="none" cap="none" strike="noStrike">
                <a:solidFill>
                  <a:srgbClr val="17AA9F"/>
                </a:solidFill>
                <a:latin typeface="Sora"/>
                <a:ea typeface="Sora"/>
                <a:cs typeface="Sora"/>
                <a:sym typeface="Sora"/>
              </a:rPr>
              <a:t>INSERT TITLE</a:t>
            </a:r>
            <a:endParaRPr sz="700"/>
          </a:p>
        </p:txBody>
      </p:sp>
      <p:sp>
        <p:nvSpPr>
          <p:cNvPr id="154" name="Google Shape;154;p28"/>
          <p:cNvSpPr txBox="1"/>
          <p:nvPr/>
        </p:nvSpPr>
        <p:spPr>
          <a:xfrm>
            <a:off x="3671925" y="2216598"/>
            <a:ext cx="169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FFA408"/>
                </a:solidFill>
                <a:latin typeface="Sora"/>
                <a:ea typeface="Sora"/>
                <a:cs typeface="Sora"/>
                <a:sym typeface="Sora"/>
              </a:rPr>
              <a:t>INSERT TITLE</a:t>
            </a:r>
            <a:endParaRPr sz="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29"/>
          <p:cNvGrpSpPr/>
          <p:nvPr/>
        </p:nvGrpSpPr>
        <p:grpSpPr>
          <a:xfrm>
            <a:off x="0" y="0"/>
            <a:ext cx="11111257" cy="333495"/>
            <a:chOff x="0" y="0"/>
            <a:chExt cx="29630018" cy="889319"/>
          </a:xfrm>
        </p:grpSpPr>
        <p:sp>
          <p:nvSpPr>
            <p:cNvPr id="164" name="Google Shape;164;p29"/>
            <p:cNvSpPr/>
            <p:nvPr/>
          </p:nvSpPr>
          <p:spPr>
            <a:xfrm rot="-5400000">
              <a:off x="4461927" y="-4461927"/>
              <a:ext cx="889319" cy="9813173"/>
            </a:xfrm>
            <a:custGeom>
              <a:rect b="b" l="l" r="r" t="t"/>
              <a:pathLst>
                <a:path extrusionOk="0" h="9813173" w="889319">
                  <a:moveTo>
                    <a:pt x="0" y="0"/>
                  </a:moveTo>
                  <a:lnTo>
                    <a:pt x="889319" y="0"/>
                  </a:lnTo>
                  <a:lnTo>
                    <a:pt x="889319" y="9813173"/>
                  </a:lnTo>
                  <a:lnTo>
                    <a:pt x="0" y="981317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5" name="Google Shape;165;p29"/>
            <p:cNvSpPr/>
            <p:nvPr/>
          </p:nvSpPr>
          <p:spPr>
            <a:xfrm rot="-5400000">
              <a:off x="14376699" y="-4461927"/>
              <a:ext cx="889319" cy="9813173"/>
            </a:xfrm>
            <a:custGeom>
              <a:rect b="b" l="l" r="r" t="t"/>
              <a:pathLst>
                <a:path extrusionOk="0" h="9813173" w="889319">
                  <a:moveTo>
                    <a:pt x="0" y="0"/>
                  </a:moveTo>
                  <a:lnTo>
                    <a:pt x="889319" y="0"/>
                  </a:lnTo>
                  <a:lnTo>
                    <a:pt x="889319" y="9813173"/>
                  </a:lnTo>
                  <a:lnTo>
                    <a:pt x="0" y="981317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6" name="Google Shape;166;p29"/>
            <p:cNvSpPr/>
            <p:nvPr/>
          </p:nvSpPr>
          <p:spPr>
            <a:xfrm rot="-5400000">
              <a:off x="24278772" y="-4461927"/>
              <a:ext cx="889319" cy="9813173"/>
            </a:xfrm>
            <a:custGeom>
              <a:rect b="b" l="l" r="r" t="t"/>
              <a:pathLst>
                <a:path extrusionOk="0" h="9813173" w="889319">
                  <a:moveTo>
                    <a:pt x="0" y="0"/>
                  </a:moveTo>
                  <a:lnTo>
                    <a:pt x="889319" y="0"/>
                  </a:lnTo>
                  <a:lnTo>
                    <a:pt x="889319" y="9813173"/>
                  </a:lnTo>
                  <a:lnTo>
                    <a:pt x="0" y="981317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67" name="Google Shape;167;p29"/>
          <p:cNvSpPr/>
          <p:nvPr/>
        </p:nvSpPr>
        <p:spPr>
          <a:xfrm>
            <a:off x="3811568" y="3701535"/>
            <a:ext cx="5332204" cy="1423000"/>
          </a:xfrm>
          <a:custGeom>
            <a:rect b="b" l="l" r="r" t="t"/>
            <a:pathLst>
              <a:path extrusionOk="0" h="2845999" w="10664408">
                <a:moveTo>
                  <a:pt x="0" y="0"/>
                </a:moveTo>
                <a:lnTo>
                  <a:pt x="10664408" y="0"/>
                </a:lnTo>
                <a:lnTo>
                  <a:pt x="10664408" y="2845999"/>
                </a:lnTo>
                <a:lnTo>
                  <a:pt x="0" y="28459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71480" r="0" t="0"/>
            </a:stretch>
          </a:blipFill>
          <a:ln>
            <a:noFill/>
          </a:ln>
        </p:spPr>
      </p:sp>
      <p:sp>
        <p:nvSpPr>
          <p:cNvPr id="168" name="Google Shape;168;p29"/>
          <p:cNvSpPr txBox="1"/>
          <p:nvPr/>
        </p:nvSpPr>
        <p:spPr>
          <a:xfrm>
            <a:off x="5094664" y="2096951"/>
            <a:ext cx="2766010" cy="1055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100" u="none" cap="none" strike="noStrike">
                <a:solidFill>
                  <a:srgbClr val="FEF9D7"/>
                </a:solidFill>
                <a:latin typeface="Sora"/>
                <a:ea typeface="Sora"/>
                <a:cs typeface="Sora"/>
                <a:sym typeface="Sora"/>
              </a:rPr>
              <a:t>SEGMENT NAME</a:t>
            </a:r>
            <a:endParaRPr sz="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EFC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/>
          <p:nvPr/>
        </p:nvSpPr>
        <p:spPr>
          <a:xfrm>
            <a:off x="4707448" y="2985332"/>
            <a:ext cx="3091246" cy="785888"/>
          </a:xfrm>
          <a:custGeom>
            <a:rect b="b" l="l" r="r" t="t"/>
            <a:pathLst>
              <a:path extrusionOk="0" h="1571775" w="6182492">
                <a:moveTo>
                  <a:pt x="0" y="0"/>
                </a:moveTo>
                <a:lnTo>
                  <a:pt x="6182493" y="0"/>
                </a:lnTo>
                <a:lnTo>
                  <a:pt x="6182493" y="1571775"/>
                </a:lnTo>
                <a:lnTo>
                  <a:pt x="0" y="15717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65177"/>
            </a:stretch>
          </a:blipFill>
          <a:ln>
            <a:noFill/>
          </a:ln>
        </p:spPr>
      </p:sp>
      <p:sp>
        <p:nvSpPr>
          <p:cNvPr id="174" name="Google Shape;174;p30"/>
          <p:cNvSpPr txBox="1"/>
          <p:nvPr/>
        </p:nvSpPr>
        <p:spPr>
          <a:xfrm>
            <a:off x="3367097" y="1357075"/>
            <a:ext cx="2695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300" u="none" cap="none" strike="noStrike">
                <a:solidFill>
                  <a:srgbClr val="072E47"/>
                </a:solidFill>
                <a:latin typeface="Sora"/>
                <a:ea typeface="Sora"/>
                <a:cs typeface="Sora"/>
                <a:sym typeface="Sora"/>
              </a:rPr>
              <a:t>BRANDING</a:t>
            </a:r>
            <a:endParaRPr sz="700"/>
          </a:p>
        </p:txBody>
      </p:sp>
      <p:sp>
        <p:nvSpPr>
          <p:cNvPr id="175" name="Google Shape;175;p30"/>
          <p:cNvSpPr txBox="1"/>
          <p:nvPr/>
        </p:nvSpPr>
        <p:spPr>
          <a:xfrm>
            <a:off x="843601" y="2247775"/>
            <a:ext cx="3395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300" u="none" cap="none" strike="noStrike">
                <a:solidFill>
                  <a:srgbClr val="072E47"/>
                </a:solidFill>
                <a:latin typeface="Sora"/>
                <a:ea typeface="Sora"/>
                <a:cs typeface="Sora"/>
                <a:sym typeface="Sora"/>
              </a:rPr>
              <a:t>TYPOGRAPHY</a:t>
            </a:r>
            <a:endParaRPr sz="700"/>
          </a:p>
        </p:txBody>
      </p:sp>
      <p:sp>
        <p:nvSpPr>
          <p:cNvPr id="176" name="Google Shape;176;p30"/>
          <p:cNvSpPr txBox="1"/>
          <p:nvPr/>
        </p:nvSpPr>
        <p:spPr>
          <a:xfrm>
            <a:off x="898823" y="2785200"/>
            <a:ext cx="82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300" u="none" cap="none" strike="noStrike">
                <a:solidFill>
                  <a:srgbClr val="17AA9F"/>
                </a:solidFill>
                <a:latin typeface="Sora"/>
                <a:ea typeface="Sora"/>
                <a:cs typeface="Sora"/>
                <a:sym typeface="Sora"/>
              </a:rPr>
              <a:t>Aa</a:t>
            </a:r>
            <a:endParaRPr sz="700"/>
          </a:p>
        </p:txBody>
      </p:sp>
      <p:sp>
        <p:nvSpPr>
          <p:cNvPr id="177" name="Google Shape;177;p30"/>
          <p:cNvSpPr txBox="1"/>
          <p:nvPr/>
        </p:nvSpPr>
        <p:spPr>
          <a:xfrm>
            <a:off x="1534095" y="3065200"/>
            <a:ext cx="1897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7AA9F"/>
                </a:solidFill>
                <a:latin typeface="Sora"/>
                <a:ea typeface="Sora"/>
                <a:cs typeface="Sora"/>
                <a:sym typeface="Sora"/>
              </a:rPr>
              <a:t>Sora ExtraBold</a:t>
            </a:r>
            <a:endParaRPr sz="700"/>
          </a:p>
        </p:txBody>
      </p:sp>
      <p:sp>
        <p:nvSpPr>
          <p:cNvPr id="178" name="Google Shape;178;p30"/>
          <p:cNvSpPr txBox="1"/>
          <p:nvPr/>
        </p:nvSpPr>
        <p:spPr>
          <a:xfrm>
            <a:off x="1534085" y="2971050"/>
            <a:ext cx="10470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17AA9F"/>
                </a:solidFill>
                <a:latin typeface="Sora"/>
                <a:ea typeface="Sora"/>
                <a:cs typeface="Sora"/>
                <a:sym typeface="Sora"/>
              </a:rPr>
              <a:t>Headline</a:t>
            </a:r>
            <a:endParaRPr sz="700"/>
          </a:p>
        </p:txBody>
      </p:sp>
      <p:sp>
        <p:nvSpPr>
          <p:cNvPr id="179" name="Google Shape;179;p30"/>
          <p:cNvSpPr txBox="1"/>
          <p:nvPr/>
        </p:nvSpPr>
        <p:spPr>
          <a:xfrm>
            <a:off x="898824" y="3278525"/>
            <a:ext cx="574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300" u="none" cap="none" strike="noStrike">
                <a:solidFill>
                  <a:srgbClr val="17AA9F"/>
                </a:solidFill>
                <a:latin typeface="Inter"/>
                <a:ea typeface="Inter"/>
                <a:cs typeface="Inter"/>
                <a:sym typeface="Inter"/>
              </a:rPr>
              <a:t>Aa</a:t>
            </a:r>
            <a:endParaRPr sz="700"/>
          </a:p>
        </p:txBody>
      </p:sp>
      <p:sp>
        <p:nvSpPr>
          <p:cNvPr id="180" name="Google Shape;180;p30"/>
          <p:cNvSpPr txBox="1"/>
          <p:nvPr/>
        </p:nvSpPr>
        <p:spPr>
          <a:xfrm>
            <a:off x="1534093" y="3558550"/>
            <a:ext cx="163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7AA9F"/>
                </a:solidFill>
                <a:latin typeface="Inter"/>
                <a:ea typeface="Inter"/>
                <a:cs typeface="Inter"/>
                <a:sym typeface="Inter"/>
              </a:rPr>
              <a:t>Inter Regular</a:t>
            </a:r>
            <a:endParaRPr sz="700"/>
          </a:p>
        </p:txBody>
      </p:sp>
      <p:sp>
        <p:nvSpPr>
          <p:cNvPr id="181" name="Google Shape;181;p30"/>
          <p:cNvSpPr txBox="1"/>
          <p:nvPr/>
        </p:nvSpPr>
        <p:spPr>
          <a:xfrm>
            <a:off x="1534060" y="3459625"/>
            <a:ext cx="1141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7AA9F"/>
                </a:solidFill>
                <a:latin typeface="Inter"/>
                <a:ea typeface="Inter"/>
                <a:cs typeface="Inter"/>
                <a:sym typeface="Inter"/>
              </a:rPr>
              <a:t>Body</a:t>
            </a:r>
            <a:endParaRPr sz="700"/>
          </a:p>
        </p:txBody>
      </p:sp>
      <p:sp>
        <p:nvSpPr>
          <p:cNvPr id="182" name="Google Shape;182;p30"/>
          <p:cNvSpPr txBox="1"/>
          <p:nvPr/>
        </p:nvSpPr>
        <p:spPr>
          <a:xfrm>
            <a:off x="4707450" y="2291875"/>
            <a:ext cx="3909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300" u="none" cap="none" strike="noStrike">
                <a:solidFill>
                  <a:srgbClr val="072E47"/>
                </a:solidFill>
                <a:latin typeface="Sora"/>
                <a:ea typeface="Sora"/>
                <a:cs typeface="Sora"/>
                <a:sym typeface="Sora"/>
              </a:rPr>
              <a:t>COLOR PALETTE</a:t>
            </a:r>
            <a:endParaRPr sz="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EFC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/>
          <p:nvPr/>
        </p:nvSpPr>
        <p:spPr>
          <a:xfrm>
            <a:off x="6722445" y="4107557"/>
            <a:ext cx="510202" cy="664808"/>
          </a:xfrm>
          <a:custGeom>
            <a:rect b="b" l="l" r="r" t="t"/>
            <a:pathLst>
              <a:path extrusionOk="0" h="1329617" w="1020404">
                <a:moveTo>
                  <a:pt x="0" y="0"/>
                </a:moveTo>
                <a:lnTo>
                  <a:pt x="1020404" y="0"/>
                </a:lnTo>
                <a:lnTo>
                  <a:pt x="1020404" y="1329618"/>
                </a:lnTo>
                <a:lnTo>
                  <a:pt x="0" y="13296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31"/>
          <p:cNvSpPr/>
          <p:nvPr/>
        </p:nvSpPr>
        <p:spPr>
          <a:xfrm>
            <a:off x="5296833" y="4381364"/>
            <a:ext cx="1274664" cy="374306"/>
          </a:xfrm>
          <a:custGeom>
            <a:rect b="b" l="l" r="r" t="t"/>
            <a:pathLst>
              <a:path extrusionOk="0" h="748612" w="2549327">
                <a:moveTo>
                  <a:pt x="0" y="0"/>
                </a:moveTo>
                <a:lnTo>
                  <a:pt x="2549328" y="0"/>
                </a:lnTo>
                <a:lnTo>
                  <a:pt x="2549328" y="748612"/>
                </a:lnTo>
                <a:lnTo>
                  <a:pt x="0" y="7486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31"/>
          <p:cNvSpPr/>
          <p:nvPr/>
        </p:nvSpPr>
        <p:spPr>
          <a:xfrm>
            <a:off x="7420009" y="4107557"/>
            <a:ext cx="1217041" cy="664808"/>
          </a:xfrm>
          <a:custGeom>
            <a:rect b="b" l="l" r="r" t="t"/>
            <a:pathLst>
              <a:path extrusionOk="0" h="1329617" w="2434082">
                <a:moveTo>
                  <a:pt x="0" y="0"/>
                </a:moveTo>
                <a:lnTo>
                  <a:pt x="2434082" y="0"/>
                </a:lnTo>
                <a:lnTo>
                  <a:pt x="2434082" y="1329618"/>
                </a:lnTo>
                <a:lnTo>
                  <a:pt x="0" y="13296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31"/>
          <p:cNvSpPr/>
          <p:nvPr/>
        </p:nvSpPr>
        <p:spPr>
          <a:xfrm>
            <a:off x="1848628" y="1041661"/>
            <a:ext cx="615117" cy="1141845"/>
          </a:xfrm>
          <a:custGeom>
            <a:rect b="b" l="l" r="r" t="t"/>
            <a:pathLst>
              <a:path extrusionOk="0" h="2283691" w="1230235">
                <a:moveTo>
                  <a:pt x="0" y="0"/>
                </a:moveTo>
                <a:lnTo>
                  <a:pt x="1230234" y="0"/>
                </a:lnTo>
                <a:lnTo>
                  <a:pt x="1230234" y="2283690"/>
                </a:lnTo>
                <a:lnTo>
                  <a:pt x="0" y="2283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31"/>
          <p:cNvSpPr/>
          <p:nvPr/>
        </p:nvSpPr>
        <p:spPr>
          <a:xfrm>
            <a:off x="1100467" y="1041661"/>
            <a:ext cx="737217" cy="1141845"/>
          </a:xfrm>
          <a:custGeom>
            <a:rect b="b" l="l" r="r" t="t"/>
            <a:pathLst>
              <a:path extrusionOk="0" h="2283691" w="1474434">
                <a:moveTo>
                  <a:pt x="0" y="0"/>
                </a:moveTo>
                <a:lnTo>
                  <a:pt x="1474434" y="0"/>
                </a:lnTo>
                <a:lnTo>
                  <a:pt x="1474434" y="2283690"/>
                </a:lnTo>
                <a:lnTo>
                  <a:pt x="0" y="2283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31"/>
          <p:cNvSpPr/>
          <p:nvPr/>
        </p:nvSpPr>
        <p:spPr>
          <a:xfrm>
            <a:off x="440729" y="1041661"/>
            <a:ext cx="648795" cy="1141845"/>
          </a:xfrm>
          <a:custGeom>
            <a:rect b="b" l="l" r="r" t="t"/>
            <a:pathLst>
              <a:path extrusionOk="0" h="2283691" w="1297589">
                <a:moveTo>
                  <a:pt x="0" y="0"/>
                </a:moveTo>
                <a:lnTo>
                  <a:pt x="1297590" y="0"/>
                </a:lnTo>
                <a:lnTo>
                  <a:pt x="1297590" y="2283690"/>
                </a:lnTo>
                <a:lnTo>
                  <a:pt x="0" y="2283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31"/>
          <p:cNvSpPr/>
          <p:nvPr/>
        </p:nvSpPr>
        <p:spPr>
          <a:xfrm>
            <a:off x="2474689" y="1041661"/>
            <a:ext cx="651886" cy="1141845"/>
          </a:xfrm>
          <a:custGeom>
            <a:rect b="b" l="l" r="r" t="t"/>
            <a:pathLst>
              <a:path extrusionOk="0" h="2283691" w="1303773">
                <a:moveTo>
                  <a:pt x="0" y="0"/>
                </a:moveTo>
                <a:lnTo>
                  <a:pt x="1303773" y="0"/>
                </a:lnTo>
                <a:lnTo>
                  <a:pt x="1303773" y="2283690"/>
                </a:lnTo>
                <a:lnTo>
                  <a:pt x="0" y="2283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4" name="Google Shape;194;p31"/>
          <p:cNvSpPr/>
          <p:nvPr/>
        </p:nvSpPr>
        <p:spPr>
          <a:xfrm>
            <a:off x="3137519" y="1041661"/>
            <a:ext cx="780221" cy="1141845"/>
          </a:xfrm>
          <a:custGeom>
            <a:rect b="b" l="l" r="r" t="t"/>
            <a:pathLst>
              <a:path extrusionOk="0" h="2283691" w="1560442">
                <a:moveTo>
                  <a:pt x="0" y="0"/>
                </a:moveTo>
                <a:lnTo>
                  <a:pt x="1560442" y="0"/>
                </a:lnTo>
                <a:lnTo>
                  <a:pt x="1560442" y="2283690"/>
                </a:lnTo>
                <a:lnTo>
                  <a:pt x="0" y="2283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5" name="Google Shape;195;p31"/>
          <p:cNvSpPr/>
          <p:nvPr/>
        </p:nvSpPr>
        <p:spPr>
          <a:xfrm>
            <a:off x="440729" y="2497286"/>
            <a:ext cx="464702" cy="1411624"/>
          </a:xfrm>
          <a:custGeom>
            <a:rect b="b" l="l" r="r" t="t"/>
            <a:pathLst>
              <a:path extrusionOk="0" h="2823248" w="929405">
                <a:moveTo>
                  <a:pt x="0" y="0"/>
                </a:moveTo>
                <a:lnTo>
                  <a:pt x="929405" y="0"/>
                </a:lnTo>
                <a:lnTo>
                  <a:pt x="929405" y="2823248"/>
                </a:lnTo>
                <a:lnTo>
                  <a:pt x="0" y="2823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p31"/>
          <p:cNvSpPr/>
          <p:nvPr/>
        </p:nvSpPr>
        <p:spPr>
          <a:xfrm>
            <a:off x="2963508" y="2653614"/>
            <a:ext cx="822895" cy="1098968"/>
          </a:xfrm>
          <a:custGeom>
            <a:rect b="b" l="l" r="r" t="t"/>
            <a:pathLst>
              <a:path extrusionOk="0" h="2197937" w="1645790">
                <a:moveTo>
                  <a:pt x="0" y="0"/>
                </a:moveTo>
                <a:lnTo>
                  <a:pt x="1645790" y="0"/>
                </a:lnTo>
                <a:lnTo>
                  <a:pt x="1645790" y="2197936"/>
                </a:lnTo>
                <a:lnTo>
                  <a:pt x="0" y="2197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31"/>
          <p:cNvSpPr/>
          <p:nvPr/>
        </p:nvSpPr>
        <p:spPr>
          <a:xfrm>
            <a:off x="916375" y="2653614"/>
            <a:ext cx="783904" cy="1098968"/>
          </a:xfrm>
          <a:custGeom>
            <a:rect b="b" l="l" r="r" t="t"/>
            <a:pathLst>
              <a:path extrusionOk="0" h="2197937" w="1567809">
                <a:moveTo>
                  <a:pt x="0" y="0"/>
                </a:moveTo>
                <a:lnTo>
                  <a:pt x="1567808" y="0"/>
                </a:lnTo>
                <a:lnTo>
                  <a:pt x="1567808" y="2197936"/>
                </a:lnTo>
                <a:lnTo>
                  <a:pt x="0" y="2197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31"/>
          <p:cNvSpPr/>
          <p:nvPr/>
        </p:nvSpPr>
        <p:spPr>
          <a:xfrm>
            <a:off x="1711223" y="2653614"/>
            <a:ext cx="1241341" cy="1098968"/>
          </a:xfrm>
          <a:custGeom>
            <a:rect b="b" l="l" r="r" t="t"/>
            <a:pathLst>
              <a:path extrusionOk="0" h="2197937" w="2482682">
                <a:moveTo>
                  <a:pt x="0" y="0"/>
                </a:moveTo>
                <a:lnTo>
                  <a:pt x="2482682" y="0"/>
                </a:lnTo>
                <a:lnTo>
                  <a:pt x="2482682" y="2197936"/>
                </a:lnTo>
                <a:lnTo>
                  <a:pt x="0" y="2197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31"/>
          <p:cNvSpPr/>
          <p:nvPr/>
        </p:nvSpPr>
        <p:spPr>
          <a:xfrm>
            <a:off x="3797346" y="2653614"/>
            <a:ext cx="650579" cy="1098968"/>
          </a:xfrm>
          <a:custGeom>
            <a:rect b="b" l="l" r="r" t="t"/>
            <a:pathLst>
              <a:path extrusionOk="0" h="2197937" w="1301158">
                <a:moveTo>
                  <a:pt x="0" y="0"/>
                </a:moveTo>
                <a:lnTo>
                  <a:pt x="1301158" y="0"/>
                </a:lnTo>
                <a:lnTo>
                  <a:pt x="1301158" y="2197936"/>
                </a:lnTo>
                <a:lnTo>
                  <a:pt x="0" y="2197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31"/>
          <p:cNvSpPr/>
          <p:nvPr/>
        </p:nvSpPr>
        <p:spPr>
          <a:xfrm>
            <a:off x="440729" y="2179313"/>
            <a:ext cx="1953722" cy="322165"/>
          </a:xfrm>
          <a:custGeom>
            <a:rect b="b" l="l" r="r" t="t"/>
            <a:pathLst>
              <a:path extrusionOk="0" h="644331" w="3907443">
                <a:moveTo>
                  <a:pt x="0" y="0"/>
                </a:moveTo>
                <a:lnTo>
                  <a:pt x="3907444" y="0"/>
                </a:lnTo>
                <a:lnTo>
                  <a:pt x="3907444" y="644331"/>
                </a:lnTo>
                <a:lnTo>
                  <a:pt x="0" y="6443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31"/>
          <p:cNvSpPr/>
          <p:nvPr/>
        </p:nvSpPr>
        <p:spPr>
          <a:xfrm>
            <a:off x="4752388" y="1246619"/>
            <a:ext cx="1130563" cy="915449"/>
          </a:xfrm>
          <a:custGeom>
            <a:rect b="b" l="l" r="r" t="t"/>
            <a:pathLst>
              <a:path extrusionOk="0" h="1830898" w="2261126">
                <a:moveTo>
                  <a:pt x="0" y="0"/>
                </a:moveTo>
                <a:lnTo>
                  <a:pt x="2261126" y="0"/>
                </a:lnTo>
                <a:lnTo>
                  <a:pt x="2261126" y="1830897"/>
                </a:lnTo>
                <a:lnTo>
                  <a:pt x="0" y="18308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31"/>
          <p:cNvSpPr/>
          <p:nvPr/>
        </p:nvSpPr>
        <p:spPr>
          <a:xfrm>
            <a:off x="5892067" y="1246619"/>
            <a:ext cx="508054" cy="915449"/>
          </a:xfrm>
          <a:custGeom>
            <a:rect b="b" l="l" r="r" t="t"/>
            <a:pathLst>
              <a:path extrusionOk="0" h="1830898" w="1016107">
                <a:moveTo>
                  <a:pt x="0" y="0"/>
                </a:moveTo>
                <a:lnTo>
                  <a:pt x="1016107" y="0"/>
                </a:lnTo>
                <a:lnTo>
                  <a:pt x="1016107" y="1830897"/>
                </a:lnTo>
                <a:lnTo>
                  <a:pt x="0" y="18308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31"/>
          <p:cNvSpPr/>
          <p:nvPr/>
        </p:nvSpPr>
        <p:spPr>
          <a:xfrm>
            <a:off x="4458869" y="2653614"/>
            <a:ext cx="587038" cy="1098968"/>
          </a:xfrm>
          <a:custGeom>
            <a:rect b="b" l="l" r="r" t="t"/>
            <a:pathLst>
              <a:path extrusionOk="0" h="2197937" w="1174076">
                <a:moveTo>
                  <a:pt x="0" y="0"/>
                </a:moveTo>
                <a:lnTo>
                  <a:pt x="1174076" y="0"/>
                </a:lnTo>
                <a:lnTo>
                  <a:pt x="1174076" y="2197936"/>
                </a:lnTo>
                <a:lnTo>
                  <a:pt x="0" y="2197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p31"/>
          <p:cNvSpPr/>
          <p:nvPr/>
        </p:nvSpPr>
        <p:spPr>
          <a:xfrm>
            <a:off x="5056850" y="2653614"/>
            <a:ext cx="779860" cy="1098968"/>
          </a:xfrm>
          <a:custGeom>
            <a:rect b="b" l="l" r="r" t="t"/>
            <a:pathLst>
              <a:path extrusionOk="0" h="2197937" w="1559719">
                <a:moveTo>
                  <a:pt x="0" y="0"/>
                </a:moveTo>
                <a:lnTo>
                  <a:pt x="1559719" y="0"/>
                </a:lnTo>
                <a:lnTo>
                  <a:pt x="1559719" y="2197936"/>
                </a:lnTo>
                <a:lnTo>
                  <a:pt x="0" y="2197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31"/>
          <p:cNvSpPr/>
          <p:nvPr/>
        </p:nvSpPr>
        <p:spPr>
          <a:xfrm>
            <a:off x="7232372" y="3325552"/>
            <a:ext cx="475329" cy="399032"/>
          </a:xfrm>
          <a:custGeom>
            <a:rect b="b" l="l" r="r" t="t"/>
            <a:pathLst>
              <a:path extrusionOk="0" h="798064" w="950659">
                <a:moveTo>
                  <a:pt x="0" y="0"/>
                </a:moveTo>
                <a:lnTo>
                  <a:pt x="950659" y="0"/>
                </a:lnTo>
                <a:lnTo>
                  <a:pt x="950659" y="798064"/>
                </a:lnTo>
                <a:lnTo>
                  <a:pt x="0" y="7980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31"/>
          <p:cNvSpPr/>
          <p:nvPr/>
        </p:nvSpPr>
        <p:spPr>
          <a:xfrm>
            <a:off x="7862097" y="3232553"/>
            <a:ext cx="166432" cy="448856"/>
          </a:xfrm>
          <a:custGeom>
            <a:rect b="b" l="l" r="r" t="t"/>
            <a:pathLst>
              <a:path extrusionOk="0" h="897711" w="332865">
                <a:moveTo>
                  <a:pt x="0" y="0"/>
                </a:moveTo>
                <a:lnTo>
                  <a:pt x="332865" y="0"/>
                </a:lnTo>
                <a:lnTo>
                  <a:pt x="332865" y="897710"/>
                </a:lnTo>
                <a:lnTo>
                  <a:pt x="0" y="897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31"/>
          <p:cNvSpPr/>
          <p:nvPr/>
        </p:nvSpPr>
        <p:spPr>
          <a:xfrm>
            <a:off x="5847653" y="3309936"/>
            <a:ext cx="522712" cy="448856"/>
          </a:xfrm>
          <a:custGeom>
            <a:rect b="b" l="l" r="r" t="t"/>
            <a:pathLst>
              <a:path extrusionOk="0" h="897711" w="1045424">
                <a:moveTo>
                  <a:pt x="0" y="0"/>
                </a:moveTo>
                <a:lnTo>
                  <a:pt x="1045424" y="0"/>
                </a:lnTo>
                <a:lnTo>
                  <a:pt x="1045424" y="897711"/>
                </a:lnTo>
                <a:lnTo>
                  <a:pt x="0" y="897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" name="Google Shape;208;p31"/>
          <p:cNvSpPr/>
          <p:nvPr/>
        </p:nvSpPr>
        <p:spPr>
          <a:xfrm>
            <a:off x="8028530" y="2071565"/>
            <a:ext cx="821610" cy="790470"/>
          </a:xfrm>
          <a:custGeom>
            <a:rect b="b" l="l" r="r" t="t"/>
            <a:pathLst>
              <a:path extrusionOk="0" h="1580939" w="1643219">
                <a:moveTo>
                  <a:pt x="0" y="0"/>
                </a:moveTo>
                <a:lnTo>
                  <a:pt x="1643219" y="0"/>
                </a:lnTo>
                <a:lnTo>
                  <a:pt x="1643219" y="1580939"/>
                </a:lnTo>
                <a:lnTo>
                  <a:pt x="0" y="15809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31"/>
          <p:cNvSpPr/>
          <p:nvPr/>
        </p:nvSpPr>
        <p:spPr>
          <a:xfrm>
            <a:off x="7523858" y="1428282"/>
            <a:ext cx="552679" cy="535778"/>
          </a:xfrm>
          <a:custGeom>
            <a:rect b="b" l="l" r="r" t="t"/>
            <a:pathLst>
              <a:path extrusionOk="0" h="1071556" w="1105359">
                <a:moveTo>
                  <a:pt x="0" y="0"/>
                </a:moveTo>
                <a:lnTo>
                  <a:pt x="1105359" y="0"/>
                </a:lnTo>
                <a:lnTo>
                  <a:pt x="1105359" y="1071557"/>
                </a:lnTo>
                <a:lnTo>
                  <a:pt x="0" y="10715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31"/>
          <p:cNvSpPr/>
          <p:nvPr/>
        </p:nvSpPr>
        <p:spPr>
          <a:xfrm>
            <a:off x="7159497" y="2183506"/>
            <a:ext cx="486427" cy="566588"/>
          </a:xfrm>
          <a:custGeom>
            <a:rect b="b" l="l" r="r" t="t"/>
            <a:pathLst>
              <a:path extrusionOk="0" h="1133176" w="972855">
                <a:moveTo>
                  <a:pt x="0" y="0"/>
                </a:moveTo>
                <a:lnTo>
                  <a:pt x="972855" y="0"/>
                </a:lnTo>
                <a:lnTo>
                  <a:pt x="972855" y="1133177"/>
                </a:lnTo>
                <a:lnTo>
                  <a:pt x="0" y="11331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1" name="Google Shape;211;p31"/>
          <p:cNvSpPr/>
          <p:nvPr/>
        </p:nvSpPr>
        <p:spPr>
          <a:xfrm>
            <a:off x="6454384" y="1468705"/>
            <a:ext cx="963668" cy="562140"/>
          </a:xfrm>
          <a:custGeom>
            <a:rect b="b" l="l" r="r" t="t"/>
            <a:pathLst>
              <a:path extrusionOk="0" h="1124279" w="1927335">
                <a:moveTo>
                  <a:pt x="0" y="0"/>
                </a:moveTo>
                <a:lnTo>
                  <a:pt x="1927335" y="0"/>
                </a:lnTo>
                <a:lnTo>
                  <a:pt x="1927335" y="1124279"/>
                </a:lnTo>
                <a:lnTo>
                  <a:pt x="0" y="11242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31"/>
          <p:cNvSpPr/>
          <p:nvPr/>
        </p:nvSpPr>
        <p:spPr>
          <a:xfrm>
            <a:off x="6498422" y="3223487"/>
            <a:ext cx="557222" cy="553340"/>
          </a:xfrm>
          <a:custGeom>
            <a:rect b="b" l="l" r="r" t="t"/>
            <a:pathLst>
              <a:path extrusionOk="0" h="1106679" w="1114445">
                <a:moveTo>
                  <a:pt x="0" y="0"/>
                </a:moveTo>
                <a:lnTo>
                  <a:pt x="1114445" y="0"/>
                </a:lnTo>
                <a:lnTo>
                  <a:pt x="1114445" y="1106679"/>
                </a:lnTo>
                <a:lnTo>
                  <a:pt x="0" y="11066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31"/>
          <p:cNvSpPr/>
          <p:nvPr/>
        </p:nvSpPr>
        <p:spPr>
          <a:xfrm>
            <a:off x="5847653" y="2424621"/>
            <a:ext cx="1009775" cy="457985"/>
          </a:xfrm>
          <a:custGeom>
            <a:rect b="b" l="l" r="r" t="t"/>
            <a:pathLst>
              <a:path extrusionOk="0" h="915971" w="2019550">
                <a:moveTo>
                  <a:pt x="0" y="0"/>
                </a:moveTo>
                <a:lnTo>
                  <a:pt x="2019550" y="0"/>
                </a:lnTo>
                <a:lnTo>
                  <a:pt x="2019550" y="915971"/>
                </a:lnTo>
                <a:lnTo>
                  <a:pt x="0" y="9159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31"/>
          <p:cNvSpPr/>
          <p:nvPr/>
        </p:nvSpPr>
        <p:spPr>
          <a:xfrm>
            <a:off x="8351949" y="1435887"/>
            <a:ext cx="509313" cy="520569"/>
          </a:xfrm>
          <a:custGeom>
            <a:rect b="b" l="l" r="r" t="t"/>
            <a:pathLst>
              <a:path extrusionOk="0" h="1041137" w="1018626">
                <a:moveTo>
                  <a:pt x="0" y="0"/>
                </a:moveTo>
                <a:lnTo>
                  <a:pt x="1018626" y="0"/>
                </a:lnTo>
                <a:lnTo>
                  <a:pt x="1018626" y="1041137"/>
                </a:lnTo>
                <a:lnTo>
                  <a:pt x="0" y="10411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31"/>
          <p:cNvSpPr/>
          <p:nvPr/>
        </p:nvSpPr>
        <p:spPr>
          <a:xfrm>
            <a:off x="282738" y="4096121"/>
            <a:ext cx="4763169" cy="687682"/>
          </a:xfrm>
          <a:custGeom>
            <a:rect b="b" l="l" r="r" t="t"/>
            <a:pathLst>
              <a:path extrusionOk="0" h="1375365" w="9526337">
                <a:moveTo>
                  <a:pt x="0" y="0"/>
                </a:moveTo>
                <a:lnTo>
                  <a:pt x="9526337" y="0"/>
                </a:lnTo>
                <a:lnTo>
                  <a:pt x="9526337" y="1375364"/>
                </a:lnTo>
                <a:lnTo>
                  <a:pt x="0" y="13753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p31"/>
          <p:cNvSpPr/>
          <p:nvPr/>
        </p:nvSpPr>
        <p:spPr>
          <a:xfrm>
            <a:off x="8204742" y="3136315"/>
            <a:ext cx="582259" cy="545093"/>
          </a:xfrm>
          <a:custGeom>
            <a:rect b="b" l="l" r="r" t="t"/>
            <a:pathLst>
              <a:path extrusionOk="0" h="1090186" w="1164517">
                <a:moveTo>
                  <a:pt x="0" y="0"/>
                </a:moveTo>
                <a:lnTo>
                  <a:pt x="1164517" y="0"/>
                </a:lnTo>
                <a:lnTo>
                  <a:pt x="1164517" y="1090186"/>
                </a:lnTo>
                <a:lnTo>
                  <a:pt x="0" y="10901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7" name="Google Shape;217;p31"/>
          <p:cNvGrpSpPr/>
          <p:nvPr/>
        </p:nvGrpSpPr>
        <p:grpSpPr>
          <a:xfrm>
            <a:off x="3883813" y="999862"/>
            <a:ext cx="961367" cy="1183644"/>
            <a:chOff x="0" y="0"/>
            <a:chExt cx="2563646" cy="3156383"/>
          </a:xfrm>
        </p:grpSpPr>
        <p:sp>
          <p:nvSpPr>
            <p:cNvPr id="218" name="Google Shape;218;p31"/>
            <p:cNvSpPr/>
            <p:nvPr/>
          </p:nvSpPr>
          <p:spPr>
            <a:xfrm>
              <a:off x="0" y="0"/>
              <a:ext cx="2563646" cy="3156383"/>
            </a:xfrm>
            <a:custGeom>
              <a:rect b="b" l="l" r="r" t="t"/>
              <a:pathLst>
                <a:path extrusionOk="0" h="3156383" w="2563646">
                  <a:moveTo>
                    <a:pt x="0" y="0"/>
                  </a:moveTo>
                  <a:lnTo>
                    <a:pt x="2563646" y="0"/>
                  </a:lnTo>
                  <a:lnTo>
                    <a:pt x="2563646" y="3156383"/>
                  </a:lnTo>
                  <a:lnTo>
                    <a:pt x="0" y="315638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19" name="Google Shape;219;p31"/>
            <p:cNvSpPr/>
            <p:nvPr/>
          </p:nvSpPr>
          <p:spPr>
            <a:xfrm rot="-446663">
              <a:off x="1018438" y="2073957"/>
              <a:ext cx="168447" cy="157695"/>
            </a:xfrm>
            <a:custGeom>
              <a:rect b="b" l="l" r="r" t="t"/>
              <a:pathLst>
                <a:path extrusionOk="0" h="157695" w="168447">
                  <a:moveTo>
                    <a:pt x="0" y="0"/>
                  </a:moveTo>
                  <a:lnTo>
                    <a:pt x="168446" y="0"/>
                  </a:lnTo>
                  <a:lnTo>
                    <a:pt x="168446" y="157695"/>
                  </a:lnTo>
                  <a:lnTo>
                    <a:pt x="0" y="15769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20" name="Google Shape;220;p31"/>
          <p:cNvSpPr txBox="1"/>
          <p:nvPr/>
        </p:nvSpPr>
        <p:spPr>
          <a:xfrm>
            <a:off x="3845146" y="254725"/>
            <a:ext cx="1953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300" u="none" cap="none" strike="noStrike">
                <a:solidFill>
                  <a:srgbClr val="072E47"/>
                </a:solidFill>
                <a:latin typeface="Sora"/>
                <a:ea typeface="Sora"/>
                <a:cs typeface="Sora"/>
                <a:sym typeface="Sora"/>
              </a:rPr>
              <a:t>ASSETS</a:t>
            </a:r>
            <a:endParaRPr sz="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